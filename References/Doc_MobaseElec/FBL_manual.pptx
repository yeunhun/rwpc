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173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73EF0-B8DB-4CB6-A232-4CBA92A4FD4E}" type="datetimeFigureOut">
              <a:rPr lang="ko-KR" altLang="en-US" smtClean="0"/>
              <a:t>2022-08-05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924A-437D-44C4-A205-8920F9A72D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747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73EF0-B8DB-4CB6-A232-4CBA92A4FD4E}" type="datetimeFigureOut">
              <a:rPr lang="ko-KR" altLang="en-US" smtClean="0"/>
              <a:t>2022-08-05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924A-437D-44C4-A205-8920F9A72D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391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73EF0-B8DB-4CB6-A232-4CBA92A4FD4E}" type="datetimeFigureOut">
              <a:rPr lang="ko-KR" altLang="en-US" smtClean="0"/>
              <a:t>2022-08-05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924A-437D-44C4-A205-8920F9A72D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957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73EF0-B8DB-4CB6-A232-4CBA92A4FD4E}" type="datetimeFigureOut">
              <a:rPr lang="ko-KR" altLang="en-US" smtClean="0"/>
              <a:t>2022-08-05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924A-437D-44C4-A205-8920F9A72D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80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73EF0-B8DB-4CB6-A232-4CBA92A4FD4E}" type="datetimeFigureOut">
              <a:rPr lang="ko-KR" altLang="en-US" smtClean="0"/>
              <a:t>2022-08-05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924A-437D-44C4-A205-8920F9A72D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764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73EF0-B8DB-4CB6-A232-4CBA92A4FD4E}" type="datetimeFigureOut">
              <a:rPr lang="ko-KR" altLang="en-US" smtClean="0"/>
              <a:t>2022-08-05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924A-437D-44C4-A205-8920F9A72D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213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73EF0-B8DB-4CB6-A232-4CBA92A4FD4E}" type="datetimeFigureOut">
              <a:rPr lang="ko-KR" altLang="en-US" smtClean="0"/>
              <a:t>2022-08-05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924A-437D-44C4-A205-8920F9A72D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347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73EF0-B8DB-4CB6-A232-4CBA92A4FD4E}" type="datetimeFigureOut">
              <a:rPr lang="ko-KR" altLang="en-US" smtClean="0"/>
              <a:t>2022-08-05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924A-437D-44C4-A205-8920F9A72D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200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73EF0-B8DB-4CB6-A232-4CBA92A4FD4E}" type="datetimeFigureOut">
              <a:rPr lang="ko-KR" altLang="en-US" smtClean="0"/>
              <a:t>2022-08-05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924A-437D-44C4-A205-8920F9A72D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664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73EF0-B8DB-4CB6-A232-4CBA92A4FD4E}" type="datetimeFigureOut">
              <a:rPr lang="ko-KR" altLang="en-US" smtClean="0"/>
              <a:t>2022-08-05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924A-437D-44C4-A205-8920F9A72D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762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73EF0-B8DB-4CB6-A232-4CBA92A4FD4E}" type="datetimeFigureOut">
              <a:rPr lang="ko-KR" altLang="en-US" smtClean="0"/>
              <a:t>2022-08-05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924A-437D-44C4-A205-8920F9A72D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6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3EF0-B8DB-4CB6-A232-4CBA92A4FD4E}" type="datetimeFigureOut">
              <a:rPr lang="ko-KR" altLang="en-US" smtClean="0"/>
              <a:t>2022-08-05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B924A-437D-44C4-A205-8920F9A72D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267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72" y="715285"/>
            <a:ext cx="5506959" cy="337160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087" y="3376973"/>
            <a:ext cx="3546104" cy="240094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054" y="2343650"/>
            <a:ext cx="3113984" cy="246869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0149" y="4229339"/>
            <a:ext cx="4209777" cy="154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357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88" y="483319"/>
            <a:ext cx="3113984" cy="246869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267" y="483319"/>
            <a:ext cx="3827070" cy="140779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2699" y="2112202"/>
            <a:ext cx="3602296" cy="70389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688" y="3081992"/>
            <a:ext cx="4457029" cy="10345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7043" y="2986839"/>
            <a:ext cx="5351312" cy="3871161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3535672" y="3717561"/>
            <a:ext cx="1963340" cy="2301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634462" y="6438275"/>
            <a:ext cx="1864550" cy="2101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509719" y="3917677"/>
            <a:ext cx="14237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0000FF"/>
                </a:solidFill>
              </a:rPr>
              <a:t>Hex </a:t>
            </a:r>
            <a:r>
              <a:rPr lang="ko-KR" altLang="en-US" sz="1100" dirty="0" smtClean="0">
                <a:solidFill>
                  <a:srgbClr val="0000FF"/>
                </a:solidFill>
              </a:rPr>
              <a:t>파일 경로 변경</a:t>
            </a:r>
            <a:endParaRPr lang="ko-KR" altLang="en-US" sz="1100" dirty="0">
              <a:solidFill>
                <a:srgbClr val="0000FF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47955" y="3708472"/>
            <a:ext cx="1108254" cy="2092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4971" y="483319"/>
            <a:ext cx="4457029" cy="1034550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7920683" y="1298808"/>
            <a:ext cx="1108254" cy="2092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5090" y="1786369"/>
            <a:ext cx="3546104" cy="240094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3238" y="4116542"/>
            <a:ext cx="3898051" cy="2644050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8310525" y="5551824"/>
            <a:ext cx="1622595" cy="2092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9863597" y="5525621"/>
            <a:ext cx="19896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 smtClean="0">
                <a:solidFill>
                  <a:srgbClr val="0000FF"/>
                </a:solidFill>
              </a:rPr>
              <a:t>Utp</a:t>
            </a:r>
            <a:r>
              <a:rPr lang="ko-KR" altLang="en-US" sz="1100" dirty="0" smtClean="0">
                <a:solidFill>
                  <a:srgbClr val="0000FF"/>
                </a:solidFill>
              </a:rPr>
              <a:t>로 변환된 </a:t>
            </a:r>
            <a:r>
              <a:rPr lang="en-US" altLang="ko-KR" sz="1100" dirty="0" smtClean="0">
                <a:solidFill>
                  <a:srgbClr val="0000FF"/>
                </a:solidFill>
              </a:rPr>
              <a:t>.s19 </a:t>
            </a:r>
            <a:r>
              <a:rPr lang="ko-KR" altLang="en-US" sz="1100" dirty="0" smtClean="0">
                <a:solidFill>
                  <a:srgbClr val="0000FF"/>
                </a:solidFill>
              </a:rPr>
              <a:t>파일 생성</a:t>
            </a:r>
            <a:endParaRPr lang="ko-KR" altLang="en-US" sz="1100" dirty="0">
              <a:solidFill>
                <a:srgbClr val="0000FF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02082" y="2112202"/>
            <a:ext cx="6543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① </a:t>
            </a:r>
            <a:r>
              <a:rPr lang="ko-KR" altLang="en-US" sz="1100" dirty="0" smtClean="0">
                <a:solidFill>
                  <a:srgbClr val="FF0000"/>
                </a:solidFill>
              </a:rPr>
              <a:t>클릭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09719" y="1272605"/>
            <a:ext cx="6543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② </a:t>
            </a:r>
            <a:r>
              <a:rPr lang="ko-KR" altLang="en-US" sz="1100" dirty="0" smtClean="0">
                <a:solidFill>
                  <a:srgbClr val="FF0000"/>
                </a:solidFill>
              </a:rPr>
              <a:t>클릭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44666" y="2263711"/>
            <a:ext cx="6543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③</a:t>
            </a:r>
            <a:r>
              <a:rPr lang="ko-KR" altLang="en-US" sz="11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100" dirty="0" smtClean="0">
                <a:solidFill>
                  <a:srgbClr val="FF0000"/>
                </a:solidFill>
              </a:rPr>
              <a:t>클릭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660" y="3701818"/>
            <a:ext cx="6543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④ </a:t>
            </a:r>
            <a:r>
              <a:rPr lang="ko-KR" altLang="en-US" sz="1100" dirty="0" smtClean="0">
                <a:solidFill>
                  <a:srgbClr val="FF0000"/>
                </a:solidFill>
              </a:rPr>
              <a:t>열기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5" name="직선 화살표 연결선 4"/>
          <p:cNvCxnSpPr>
            <a:stCxn id="13" idx="3"/>
          </p:cNvCxnSpPr>
          <p:nvPr/>
        </p:nvCxnSpPr>
        <p:spPr>
          <a:xfrm flipV="1">
            <a:off x="1756209" y="3813074"/>
            <a:ext cx="53083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004648" y="1285132"/>
            <a:ext cx="6543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⑤</a:t>
            </a:r>
            <a:r>
              <a:rPr lang="ko-KR" altLang="en-US" sz="11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100" dirty="0" smtClean="0">
                <a:solidFill>
                  <a:srgbClr val="FF0000"/>
                </a:solidFill>
              </a:rPr>
              <a:t>실행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3260" y="1681805"/>
            <a:ext cx="3059720" cy="973304"/>
          </a:xfrm>
          <a:prstGeom prst="rect">
            <a:avLst/>
          </a:prstGeom>
        </p:spPr>
      </p:pic>
      <p:cxnSp>
        <p:nvCxnSpPr>
          <p:cNvPr id="26" name="직선 화살표 연결선 25"/>
          <p:cNvCxnSpPr/>
          <p:nvPr/>
        </p:nvCxnSpPr>
        <p:spPr>
          <a:xfrm>
            <a:off x="8872833" y="1508013"/>
            <a:ext cx="131815" cy="307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250805" y="6176665"/>
            <a:ext cx="14237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0000FF"/>
                </a:solidFill>
              </a:rPr>
              <a:t>Hex </a:t>
            </a:r>
            <a:r>
              <a:rPr lang="ko-KR" altLang="en-US" sz="1100" dirty="0" smtClean="0">
                <a:solidFill>
                  <a:srgbClr val="0000FF"/>
                </a:solidFill>
              </a:rPr>
              <a:t>파일 경로 변경</a:t>
            </a:r>
            <a:endParaRPr lang="ko-KR" altLang="en-US" sz="11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659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78" y="610998"/>
            <a:ext cx="4544868" cy="9590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169" y="610998"/>
            <a:ext cx="4086086" cy="76368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78" y="1705484"/>
            <a:ext cx="3778115" cy="5152516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2378280" y="2404919"/>
            <a:ext cx="1784855" cy="1571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759749" y="5510710"/>
            <a:ext cx="832648" cy="1428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396039" y="1069713"/>
            <a:ext cx="6543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① </a:t>
            </a:r>
            <a:r>
              <a:rPr lang="ko-KR" altLang="en-US" sz="1100" dirty="0" smtClean="0">
                <a:solidFill>
                  <a:srgbClr val="FF0000"/>
                </a:solidFill>
              </a:rPr>
              <a:t>클릭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29370" y="662226"/>
            <a:ext cx="6543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②</a:t>
            </a:r>
            <a:r>
              <a:rPr lang="ko-KR" altLang="en-US" sz="11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100" dirty="0" smtClean="0">
                <a:solidFill>
                  <a:srgbClr val="FF0000"/>
                </a:solidFill>
              </a:rPr>
              <a:t>열기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50385" y="2566703"/>
            <a:ext cx="14237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0000FF"/>
                </a:solidFill>
              </a:rPr>
              <a:t>Hex </a:t>
            </a:r>
            <a:r>
              <a:rPr lang="ko-KR" altLang="en-US" sz="1100" dirty="0" smtClean="0">
                <a:solidFill>
                  <a:srgbClr val="0000FF"/>
                </a:solidFill>
              </a:rPr>
              <a:t>파일 경로 변경</a:t>
            </a:r>
            <a:endParaRPr lang="ko-KR" altLang="en-US" sz="1100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58813" y="5451349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solidFill>
                  <a:srgbClr val="0000FF"/>
                </a:solidFill>
              </a:rPr>
              <a:t>파트넘버 변경</a:t>
            </a:r>
            <a:endParaRPr lang="ko-KR" altLang="en-US" sz="11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552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34" y="513598"/>
            <a:ext cx="3673277" cy="834029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135" y="646214"/>
            <a:ext cx="3685995" cy="70141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9554" y="646214"/>
            <a:ext cx="4027592" cy="120372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3135" y="1590085"/>
            <a:ext cx="3324878" cy="62463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5448" y="2451444"/>
            <a:ext cx="4131698" cy="20300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8770" y="1246174"/>
            <a:ext cx="6543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① </a:t>
            </a:r>
            <a:r>
              <a:rPr lang="ko-KR" altLang="en-US" sz="1100" dirty="0" smtClean="0">
                <a:solidFill>
                  <a:srgbClr val="FF0000"/>
                </a:solidFill>
              </a:rPr>
              <a:t>클릭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4613" y="912294"/>
            <a:ext cx="6543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② </a:t>
            </a:r>
            <a:r>
              <a:rPr lang="ko-KR" altLang="en-US" sz="1100" dirty="0" smtClean="0">
                <a:solidFill>
                  <a:srgbClr val="FF0000"/>
                </a:solidFill>
              </a:rPr>
              <a:t>클릭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3" y="2577459"/>
            <a:ext cx="7570273" cy="2131905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8158121" y="924906"/>
            <a:ext cx="2543511" cy="1849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8158120" y="1453127"/>
            <a:ext cx="2543511" cy="1849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/>
          <p:cNvCxnSpPr>
            <a:stCxn id="3" idx="1"/>
          </p:cNvCxnSpPr>
          <p:nvPr/>
        </p:nvCxnSpPr>
        <p:spPr>
          <a:xfrm flipH="1">
            <a:off x="2112579" y="1248076"/>
            <a:ext cx="5886975" cy="2087907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83072" y="2764532"/>
            <a:ext cx="2068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FW </a:t>
            </a:r>
            <a:r>
              <a:rPr lang="ko-KR" altLang="en-US" dirty="0" smtClean="0">
                <a:solidFill>
                  <a:srgbClr val="FF0000"/>
                </a:solidFill>
              </a:rPr>
              <a:t>전자서명 신청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3" y="5294210"/>
            <a:ext cx="9160030" cy="83425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4384" y="4932673"/>
            <a:ext cx="2068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FW </a:t>
            </a:r>
            <a:r>
              <a:rPr lang="ko-KR" altLang="en-US" dirty="0" smtClean="0">
                <a:solidFill>
                  <a:srgbClr val="FF0000"/>
                </a:solidFill>
              </a:rPr>
              <a:t>전자서명 발급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2531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45</Words>
  <Application>Microsoft Office PowerPoint</Application>
  <PresentationFormat>와이드스크린</PresentationFormat>
  <Paragraphs>16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Microsoft 계정</cp:lastModifiedBy>
  <cp:revision>8</cp:revision>
  <dcterms:created xsi:type="dcterms:W3CDTF">2022-07-01T06:20:31Z</dcterms:created>
  <dcterms:modified xsi:type="dcterms:W3CDTF">2022-08-05T03:28:23Z</dcterms:modified>
</cp:coreProperties>
</file>